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1"/>
        </a:solidFill>
        <a:effectLst/>
      </p:bgPr>
    </p:bg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